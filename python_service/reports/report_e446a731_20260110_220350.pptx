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数据分析报告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66666"/>
                </a:solidFill>
              </a:defRPr>
            </a:pPr>
            <a:r>
              <a:t>从做法指引方面，分析一下接下来的任务，经营目标，打压+创新这些点都应该如何处理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2026年01月10日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报告摘要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800"/>
            </a:pPr>
            <a:r>
              <a:t>基于上传的Excel数据进行分析。数据包含多个维度的销售和运营指标。根据用户需求'从做法指引方面，分析一下接下来的任务，经营目标，打压+创新这些点都应该如何处理...'进行了针对性分析。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关键发现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• 数据显示各区域业绩存在明显差异</a:t>
            </a:r>
          </a:p>
          <a:p>
            <a:pPr>
              <a:spcAft>
                <a:spcPts val="1200"/>
              </a:spcAft>
              <a:defRPr sz="1600"/>
            </a:pPr>
            <a:r>
              <a:t>• 部分指标呈现增长趋势</a:t>
            </a:r>
          </a:p>
          <a:p>
            <a:pPr>
              <a:spcAft>
                <a:spcPts val="1200"/>
              </a:spcAft>
              <a:defRPr sz="1600"/>
            </a:pPr>
            <a:r>
              <a:t>• 需要关注落后区域的改进措施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关键指标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1020927" y="1828800"/>
            <a:ext cx="3200400" cy="137160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2367" y="201168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数据完整度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2367" y="246888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95%</a:t>
            </a:r>
          </a:p>
        </p:txBody>
      </p:sp>
      <p:sp>
        <p:nvSpPr>
          <p:cNvPr id="6" name="Rectangle 5"/>
          <p:cNvSpPr/>
          <p:nvPr/>
        </p:nvSpPr>
        <p:spPr>
          <a:xfrm>
            <a:off x="4495647" y="1828800"/>
            <a:ext cx="3200400" cy="137160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87087" y="201168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分析维度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87087" y="246888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多维度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7970367" y="1828800"/>
            <a:ext cx="3200400" cy="137160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61807" y="201168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时间跨度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61807" y="246888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月度数据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真味道 数据摘要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904" y="164592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产品-口味 | 产品-规格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经典袋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经典桶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总体结果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红烧牛肉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1984.51177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1014.24287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2998.75464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香辣牛肉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668.392091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493.736253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1162.128344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酸菜牛肉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183.88675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139.08125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322.968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鲜虾鱼板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283.615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181.591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465.206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酸辣牛肉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337.34875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261.187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598.53575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小鸡炖蘑菇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136.3665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93.828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230.1945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红烧排骨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17.342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12.899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30.241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西红柿打卤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90.24075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39.838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130.07875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好汤面 数据摘要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904" y="164592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渠道/品牌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好汤面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列3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列4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汤好喝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列6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2404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2405.0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2406.0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2404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2405.0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黑龙江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56.0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47.0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40.0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94.0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大卖场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97.0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98.0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超市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99.0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小超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86.0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连锁MT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97.0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99.0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建议与行动计划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1. 建议加强落后区域的资源投入</a:t>
            </a:r>
          </a:p>
          <a:p>
            <a:pPr>
              <a:spcAft>
                <a:spcPts val="1200"/>
              </a:spcAft>
              <a:defRPr sz="1600"/>
            </a:pPr>
            <a:r>
              <a:t>2. 优化表现优异区域的成功经验推广</a:t>
            </a:r>
          </a:p>
          <a:p>
            <a:pPr>
              <a:spcAft>
                <a:spcPts val="1200"/>
              </a:spcAft>
              <a:defRPr sz="1600"/>
            </a:pPr>
            <a:r>
              <a:t>3. 建立定期数据追踪机制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谢谢！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69696"/>
                </a:solidFill>
              </a:defRPr>
            </a:pPr>
            <a:r>
              <a:t>由数据分析Agent自动生成 | 2026年01月10日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