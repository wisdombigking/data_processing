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香爆脆月度经营检视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生成香爆脆产品月度经营检视PPT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2026年01月10日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报告摘要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/>
            </a:pPr>
            <a:r>
              <a:t>基于上传的Excel数据进行分析。数据包含多个维度的销售和运营指标。根据用户需求'生成香爆脆产品月度经营检视PPT...'进行了针对性分析。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关键发现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数据显示各区域业绩存在明显差异</a:t>
            </a:r>
          </a:p>
          <a:p>
            <a:pPr>
              <a:spcAft>
                <a:spcPts val="1200"/>
              </a:spcAft>
              <a:defRPr sz="1600"/>
            </a:pPr>
            <a:r>
              <a:t>• 部分指标呈现增长趋势</a:t>
            </a:r>
          </a:p>
          <a:p>
            <a:pPr>
              <a:spcAft>
                <a:spcPts val="1200"/>
              </a:spcAft>
              <a:defRPr sz="1600"/>
            </a:pPr>
            <a:r>
              <a:t>• 需要关注落后区域的改进措施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关键指标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0927" y="182880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2367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数据完整度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367" y="2468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5647" y="182880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7087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分析维度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7087" y="2468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多维度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7970367" y="182880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1807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时间跨度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1807" y="2468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月度数据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Sheet1 数据摘要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列2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列3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销量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达成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成长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黑龙江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0.041842105263157896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0.039056742815033164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哈尔滨营业部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0.13512084592145016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0.1591778627991814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黑东营业部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0.080875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0.07564597217350637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黑中营业部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0.06039473684210527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0.05637435519528372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黑西营业部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0.035333333333333335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0.03428941125727842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黑龙电商组(DY)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哈尔滨OT所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0.38603620243812337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1.1956521739130435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大庆城区东所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0.16849816849816848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0.3622047244094488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Sheet2 数据摘要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列2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列3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列5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产品-品牌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营业部(顶益双管理)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营业所(顶益双管理)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哈尔滨营业部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宾县外埠所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1.28260869565217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哈尔滨营业部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哈尔滨OT所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-0.817182130584192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哈尔滨营业部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哈尔滨城区北所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-0.900138696255201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哈尔滨营业部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哈尔滨综合东所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-0.849330357142857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哈尔滨营业部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哈尔滨综合西所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-0.849888392857143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哈尔滨营业部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哈尔滨综合中所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哈尔滨营业部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五常外埠所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建议与行动计划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1. 建议加强落后区域的资源投入</a:t>
            </a:r>
          </a:p>
          <a:p>
            <a:pPr>
              <a:spcAft>
                <a:spcPts val="1200"/>
              </a:spcAft>
              <a:defRPr sz="1600"/>
            </a:pPr>
            <a:r>
              <a:t>2. 优化表现优异区域的成功经验推广</a:t>
            </a:r>
          </a:p>
          <a:p>
            <a:pPr>
              <a:spcAft>
                <a:spcPts val="1200"/>
              </a:spcAft>
              <a:defRPr sz="1600"/>
            </a:pPr>
            <a:r>
              <a:t>3. 建立定期数据追踪机制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由数据分析Agent自动生成 | 2026年01月10日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